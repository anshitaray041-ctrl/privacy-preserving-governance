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A855F7"/>
                </a:solidFill>
              </a:defRPr>
            </a:pPr>
            <a:r>
              <a:t>🌌 StellarRise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Privacy-Preserving Governance on Midnight Network</a:t>
            </a:r>
          </a:p>
          <a:p>
            <a:pPr>
              <a:spcBef>
                <a:spcPts val="1800"/>
              </a:spcBef>
              <a:defRPr sz="1600">
                <a:solidFill>
                  <a:srgbClr val="94A3B8"/>
                </a:solidFill>
              </a:defRPr>
            </a:pPr>
            <a:r>
              <a:t>Production-Grade Zero-Knowledge DAO Voting with Publicly Verifiable Tallies | RiseIn Moonshots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Public DAO Voting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4114800"/>
          </a:xfrm>
          <a:prstGeom prst="roundRect">
            <a:avLst/>
          </a:prstGeom>
          <a:solidFill>
            <a:srgbClr val="1A1025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7185"/>
                </a:solidFill>
              </a:defRPr>
            </a:pPr>
            <a:r>
              <a:t>❌ Public Blockchain Vulnerabilities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Whale &amp; Voter Coercion: Public addresses invite bribery and doxxing.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Herd Mentality: Early visible votes destroy authentic consensus.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Last-Block MEV: Front-running and swing voting in final blocks.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Off-chain centralization: Snapshot lacks on-chain cryptographic settlement.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4846320" cy="4114800"/>
          </a:xfrm>
          <a:prstGeom prst="roundRect">
            <a:avLst/>
          </a:prstGeom>
          <a:solidFill>
            <a:srgbClr val="101E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✅ The StellarRise ZK Solution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Shielded Commitments: Voter secrets remain in local enclave.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Client-Side PLONK ZK Prover: Generates zero-knowledge proofs locally.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Single-Use Nullifiers: Mathematically prevents double-voting.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Verifiable Public Tallies: Midnight ledger settles outcomes transparently.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Midnight Compact Architecture &amp; Multi-Wallet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4114800"/>
          </a:xfrm>
          <a:prstGeom prst="roundRect">
            <a:avLst/>
          </a:prstGeom>
          <a:solidFill>
            <a:srgbClr val="0F1426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🌙 Midnight Lace Wallet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Native DApp Connector API integration for Preprod Testnet ZK circuit proving.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91840" cy="4114800"/>
          </a:xfrm>
          <a:prstGeom prst="roundRect">
            <a:avLst/>
          </a:prstGeom>
          <a:solidFill>
            <a:srgbClr val="0F14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🚀 Stellar Freighter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Real @stellar/freighter-api v6.0.1 extension bridge for cross-chain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0F14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🧪 Instant Demo Sandbox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In-browser client witness provider for instant zero-setup judge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Verified Deliverables &amp; Moonshots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28800"/>
          </a:xfrm>
          <a:prstGeom prst="roundRect">
            <a:avLst/>
          </a:prstGeom>
          <a:solidFill>
            <a:srgbClr val="0F14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12/12 Tests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100% Passing Vitest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4937760" cy="1828800"/>
          </a:xfrm>
          <a:prstGeom prst="roundRect">
            <a:avLst/>
          </a:prstGeom>
          <a:solidFill>
            <a:srgbClr val="0F14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0 Vulnerabilities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Formal ZK Security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0F1426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4 ZK Circuits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Compact v0.19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4937760" cy="1828800"/>
          </a:xfrm>
          <a:prstGeom prst="roundRect">
            <a:avLst/>
          </a:prstGeom>
          <a:solidFill>
            <a:srgbClr val="0F14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Levels 1 to 6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100% Moonshots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